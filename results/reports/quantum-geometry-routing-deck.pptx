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4800" b="1">
                <a:solidFill>
                  <a:srgbClr val="58A6FF"/>
                </a:solidFill>
                <a:latin typeface="Calibri"/>
              </a:defRPr>
            </a:pPr>
            <a:r>
              <a:t>Quantum Geometry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2200" b="0">
                <a:solidFill>
                  <a:srgbClr val="E6EDF3"/>
                </a:solidFill>
                <a:latin typeface="Calibri"/>
              </a:defRPr>
            </a:pPr>
            <a:r>
              <a:t>Which road-map should future quantum clouds use?</a:t>
            </a:r>
            <a:br/>
            <a:r>
              <a:t>Bell-state routing across 2016, 2026 and future chip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12064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600" b="0">
                <a:solidFill>
                  <a:srgbClr val="8B949E"/>
                </a:solidFill>
                <a:latin typeface="Calibri"/>
              </a:defRPr>
            </a:pPr>
            <a:r>
              <a:t>Track 4: Geometry-Aware Quantum Cloud Challenge  |  IBM Qiskit Fall Fest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The problem: distant qubits pay a SWAP 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Cloud QPUs have 100+ qubits, but each qubit talks to only a few neighbors.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Entangling distant qubits needs SWAP detours along the coupling graph.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Each SWAP = 3 CNOTs = more noise exposure = worse entanglement.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Question: which coupling-graph geometry minimizes this tax?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Our experiment: 3 x 3 = 9 real simulations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Bell state |Phi+&gt; routed between the two farthest qubits of each chip (worst case).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Topologies: star (5q, 2016-era), heavy-hex (35q, IBM today), hyperbolic (22q, future idea).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Conditions: ideal, noisy (depolarizing + readout), noisy + protection.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Metrics: SWAP count, 2-qubit depth, Bell-state fidelity, post-selection yield.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 + CNOT makes the Bell state; Qiskit transpile() routes it onto the coupling map.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Fidelity from XX/YY/ZZ correlators: F = (1 + &lt;XX&gt; - &lt;YY&gt; + &lt;ZZ&gt;) / 4.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Protection = syndrome post-selection: discard shots that fail the parity check.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Everything seeded and reproducible: quantum/ -&gt; algorithms/ -&gt; FastAPI -&gt; React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Result 1: the detour depends on the road-map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Star: 1 SWAP -- tiny chip, neighbors are close.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Heavy-hex: 13 SWAPs -- 35 qubits but a long, sparse map (diameter 14).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Hyperbolic: 5 SWAPs -- 22 qubits packed at diameter 6 (exponential expansion).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Every SWAP is noise exposure: routing cost is the whole story.</a:t>
            </a:r>
          </a:p>
        </p:txBody>
      </p:sp>
      <p:pic>
        <p:nvPicPr>
          <p:cNvPr id="4" name="Picture 3" descr="routin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03520" cy="2209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60350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400" b="0">
                <a:solidFill>
                  <a:srgbClr val="8B949E"/>
                </a:solidFill>
                <a:latin typeface="Calibri"/>
              </a:defRPr>
            </a:pPr>
            <a:r>
              <a:t>SWAPs and circuit depth per topology (worst-case pair)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Result 2: noise separates the topologies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Ideal world: all three hit fidelity 1.000 -- the science is correct.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Noisy world: star 0.919, heavy-hex 0.864, hyperbolic 0.909.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Protection restores 1.000 everywhere -- but watch what it costs.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Longer detours (heavy-hex) collect more errors.</a:t>
            </a:r>
          </a:p>
        </p:txBody>
      </p:sp>
      <p:pic>
        <p:nvPicPr>
          <p:cNvPr id="4" name="Picture 3" descr="fide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0352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60350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400" b="0">
                <a:solidFill>
                  <a:srgbClr val="8B949E"/>
                </a:solidFill>
                <a:latin typeface="Calibri"/>
              </a:defRPr>
            </a:pPr>
            <a:r>
              <a:t>Bell-state fidelity across topologies and conditions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Key finding: protection is a trade, and scaling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Protection is not free: heavy-hex discards ~9% of shots to recover fidelity; star only ~5%.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Star wins raw fidelity for one Bell pair -- but it cannot scale past 5 qubits.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Hyperbolic holds 22 qubits at diameter 6; heavy-hex needs diameter 14 for 35.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Verdict: for cloud-scale entanglement, expansion beats sprawl.</a:t>
            </a:r>
          </a:p>
        </p:txBody>
      </p:sp>
      <p:pic>
        <p:nvPicPr>
          <p:cNvPr id="4" name="Picture 3" descr="protection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03520" cy="3788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60350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Protection restores fidelity (up) at a yield cost (left)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System and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Modular repo: quantum/ core, algorithms/ matrix, backend/ FastAPI, frontend/ React dashboard.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11 pytest tests, seeded reproducibility, docs for every layer.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Next: real QPU execution, fake-backend noise models, noise-aware routing.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The question scales with the hardware -- so does the answer.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